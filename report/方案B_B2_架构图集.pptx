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 /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Serverless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Airflow / ADF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SQL Serverless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Airflow /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3774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10712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892040" y="2587752"/>
            <a:ext cx="155448" cy="118872"/>
          </a:xfrm>
          <a:prstGeom prst="roundRect">
            <a:avLst>
              <a:gd name="adj" fmla="val 15384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4" name="Connector 103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6" name="Connector 105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工作区私有端点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5" name="Connector 134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7" name="Connector 136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9" name="Connector 138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41" name="TextBox 140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ounded Rectangle 176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ounded Rectangle 184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8" name="Connector 197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9" name="TextBox 198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全部 PaaS 私有端点接入，流量不出 Azure 骨干网；入口 WAF + App Gateway 收敛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Databricks Serverless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SQL Warehouse · 与基础设施部署拓扑互补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Rounded Rectangle 23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20040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6704" y="1764792"/>
            <a:ext cx="45720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46704" y="1938528"/>
            <a:ext cx="457200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46920" y="1755648"/>
            <a:ext cx="45720" cy="457200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Airflow / ADF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8" name="Rounded Rectangle 47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Databricks Serverless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SQL Warehouse 查询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8" name="Rounded Rectangle 67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9" name="TextBox 88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SQL Serverless 完全托管 · 空闲缩 0；代价是引擎绑定 + 需 Premium 层（NCC / 私有端点）</a:t>
            </a:r>
          </a:p>
        </p:txBody>
      </p:sp>
      <p:sp>
        <p:nvSpPr>
          <p:cNvPr id="100" name="Oval 99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2" name="Oval 101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6" name="Oval 105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8" name="Oval 107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231136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133087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035040" y="1408176"/>
            <a:ext cx="32004" cy="475488"/>
          </a:xfrm>
          <a:prstGeom prst="roundRect">
            <a:avLst>
              <a:gd name="adj" fmla="val 48571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Airflow / ADF 编排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8" name="Rounded Rectangle 57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81" name="Rounded Rectangle 80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4" name="TextBox 83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2231136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5038344" y="4498848"/>
            <a:ext cx="32004" cy="548640"/>
          </a:xfrm>
          <a:prstGeom prst="roundRect">
            <a:avLst>
              <a:gd name="adj" fmla="val 48571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SQL Warehouse · 读侧查询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Serverless · 零运维 · 故障自动重建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9" name="Rounded Rectangle 108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6" name="Connector 135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9" name="TextBox 138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51" name="Connector 150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2" name="Connector 151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4" name="Connector 153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6" name="Connector 155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SQL Warehouse Serverless · 零集群运维 · UC 授权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 /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