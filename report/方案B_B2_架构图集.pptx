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Trino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统一计算层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DataX /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Airflow / ADF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DataX /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Airflow /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DataX / 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B（湖仓一体 + Trino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Airflow / ADF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Trino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MPP 查询引擎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rules.json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Trino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 的取舍：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引擎中立，但需自运维 Trino；列级脱敏不能直接用 UC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写侧 + Trino 读侧 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136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33087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Airflow / ADF 编排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Trino 直接查询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1" name="Rounded Rectangle 80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Trino 外表直查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写侧 · 读侧并列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231136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38344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Trino · 读侧查询引擎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外表 · MPP 分布式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首屏 2–5 s · SERVE 层加速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RLS 行级权限 · 查询网关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常驻小集群 · 弹性扩缩 ≈¥0.4–0.6 万/月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9" name="Rounded Rectangle 108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Databricks ≈¥0.4–0.8 万/月 · Trino ≈¥0.4–0.6 万/月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 要点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冷湖常驻，Databricks / Trino 按需拉起 · 按量计费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与 B2 差异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自建 Trino（rules.json 授权）· 引擎中立避免锁定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 的取舍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引擎中立、无单一厂商锁定；代价是需自运维 Trino 集群（部署 / 升级 / 容量），列级脱敏不能直接用 Unity Catalog。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