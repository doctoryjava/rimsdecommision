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1752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7238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85292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546336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73767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82127" y="1984248"/>
            <a:ext cx="1636777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7973568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