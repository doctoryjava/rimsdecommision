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架构图 · 数据加密设计 · 元数据库 ER 图 · 全部以 PPT 原生形状绘制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296265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04495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0449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03580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2826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639312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721608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72160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6192" y="37124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9593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31596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39826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39826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38912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63600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499262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07492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0749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36192" y="506577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36192" y="53126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" y="566928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75157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7515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75569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74243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图（35 表 / 11 模块 · 上下两页）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9893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上篇：平台 / 权限 / 数据源配置　下篇：同步归档 / 动态查询 / 保留销毁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docs/数据库ER图与全量表结构.md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Microsoft YaHei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 DBA / 运维内鬼 ★ 合规核心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图（上）· 平台 / 权限 / 数据源配置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18 表 · 仅关键字段 · 通用列已省略 · 源码：report/元数据库ER图.mmd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66928"/>
            <a:ext cx="10241280" cy="237744"/>
          </a:xfrm>
          <a:prstGeom prst="roundRect">
            <a:avLst>
              <a:gd name="adj" fmla="val 23076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566928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① 权限与访问控制（RBAC）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066543"/>
            <a:ext cx="4160520" cy="237744"/>
          </a:xfrm>
          <a:prstGeom prst="roundRect">
            <a:avLst>
              <a:gd name="adj" fmla="val 23076"/>
            </a:avLst>
          </a:prstGeom>
          <a:solidFill>
            <a:srgbClr val="D5E8D4"/>
          </a:solidFill>
          <a:ln w="12700">
            <a:solidFill>
              <a:srgbClr val="9BCB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59" y="2066543"/>
            <a:ext cx="39776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③ 源数据配置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066543"/>
            <a:ext cx="1783080" cy="237744"/>
          </a:xfrm>
          <a:prstGeom prst="roundRect">
            <a:avLst>
              <a:gd name="adj" fmla="val 23076"/>
            </a:avLst>
          </a:prstGeom>
          <a:solidFill>
            <a:srgbClr val="E1D5E7"/>
          </a:solidFill>
          <a:ln w="12700">
            <a:solidFill>
              <a:srgbClr val="B5A0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0" y="206654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④ 目标存储 · 归档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383280"/>
            <a:ext cx="2651760" cy="237744"/>
          </a:xfrm>
          <a:prstGeom prst="roundRect">
            <a:avLst>
              <a:gd name="adj" fmla="val 23076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3383280"/>
            <a:ext cx="246887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② 退役系统管理（核心）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5577840"/>
            <a:ext cx="11658600" cy="237744"/>
          </a:xfrm>
          <a:prstGeom prst="roundRect">
            <a:avLst>
              <a:gd name="adj" fmla="val 23076"/>
            </a:avLst>
          </a:prstGeom>
          <a:solidFill>
            <a:srgbClr val="F5F5F5"/>
          </a:solidFill>
          <a:ln w="1270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5577840"/>
            <a:ext cx="114757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⑩ 通知 · ⑪ 审计与监控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914400"/>
            <a:ext cx="192024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5292" y="92537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" y="946403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5292" y="1152144"/>
            <a:ext cx="189829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175004"/>
            <a:ext cx="1773936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password_hash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real_name·email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last_login_at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(datetime)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23160" y="1188720"/>
            <a:ext cx="169164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34132" y="1199692"/>
            <a:ext cx="16696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9736" y="1220724"/>
            <a:ext cx="16184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user_role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4132" y="1426464"/>
            <a:ext cx="166969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4600" y="1449324"/>
            <a:ext cx="154533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914400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54372" y="92537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946403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4372" y="1152144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1175004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is_builtin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1188720"/>
            <a:ext cx="178308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3212" y="1199692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1220724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role_permission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03212" y="1426464"/>
            <a:ext cx="176113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1449324"/>
            <a:ext cx="163677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permission_id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914400"/>
            <a:ext cx="201168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4892" y="925372"/>
            <a:ext cx="198973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946403"/>
            <a:ext cx="19385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permission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4892" y="1152144"/>
            <a:ext cx="198973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1175004"/>
            <a:ext cx="186537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permission_code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module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resource_type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2286000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5292" y="229697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318004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page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5292" y="2523744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2546604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page_code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path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23160" y="2432304"/>
            <a:ext cx="169164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434132" y="2443276"/>
            <a:ext cx="16696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59736" y="2464308"/>
            <a:ext cx="16184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role_page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34132" y="2670048"/>
            <a:ext cx="166969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14600" y="2692908"/>
            <a:ext cx="154533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page_id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51760" y="3675887"/>
            <a:ext cx="265176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662732" y="3686860"/>
            <a:ext cx="26298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88336" y="3707891"/>
            <a:ext cx="25786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62732" y="3913631"/>
            <a:ext cx="262981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0" y="3936491"/>
            <a:ext cx="2505456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retention_years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sync_completed_date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destroy_after_date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926080" y="4937760"/>
            <a:ext cx="164592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37052" y="4948732"/>
            <a:ext cx="16239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62656" y="4969764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system_user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37052" y="5175504"/>
            <a:ext cx="162397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17520" y="5198364"/>
            <a:ext cx="1499616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60720" y="2359152"/>
            <a:ext cx="196596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771692" y="2370124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97296" y="2391156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source_database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71692" y="2596896"/>
            <a:ext cx="194401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52159" y="2619756"/>
            <a:ext cx="1819656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db_type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host:port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credential_ref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55279" y="2359152"/>
            <a:ext cx="196596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966252" y="2370124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91855" y="2391156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source_table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66252" y="2596896"/>
            <a:ext cx="194401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19" y="2619756"/>
            <a:ext cx="1819656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source_database_id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table_name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primary_key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is_attachment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760720" y="3584448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771692" y="3595420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97296" y="3616452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unstructured_source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771692" y="3822191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52159" y="3845052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location_uri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55279" y="3584448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66252" y="3595420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91855" y="3616452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unstructured_item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966252" y="3822191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46719" y="3845052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unstructured_source_id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original_path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hash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149840" y="2359152"/>
            <a:ext cx="178308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60812" y="2370124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86415" y="2391156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schema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60812" y="2596896"/>
            <a:ext cx="176113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41280" y="2619756"/>
            <a:ext cx="163677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catalog_name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schema_name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149840" y="3584448"/>
            <a:ext cx="178308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160812" y="3595420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186415" y="3616452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storage_config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160812" y="3822191"/>
            <a:ext cx="176113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41280" y="3845052"/>
            <a:ext cx="163677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storage_type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container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5870448"/>
            <a:ext cx="370332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85292" y="5881420"/>
            <a:ext cx="368137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0896" y="5902452"/>
            <a:ext cx="36301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audit_log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5292" y="6108192"/>
            <a:ext cx="368137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6131052"/>
            <a:ext cx="35570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action·module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ip·status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160520" y="5870448"/>
            <a:ext cx="3703320" cy="70408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171492" y="5881420"/>
            <a:ext cx="368137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97096" y="5902452"/>
            <a:ext cx="36301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sync_activity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171492" y="6108192"/>
            <a:ext cx="3681374" cy="448056"/>
          </a:xfrm>
          <a:prstGeom prst="roundRect">
            <a:avLst>
              <a:gd name="adj" fmla="val 408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51959" y="6131052"/>
            <a:ext cx="3557015" cy="42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activity_date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成功/失败/运行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046720" y="5870448"/>
            <a:ext cx="3886200" cy="70408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8057692" y="5881420"/>
            <a:ext cx="386425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83296" y="5902452"/>
            <a:ext cx="381304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notification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57692" y="6108192"/>
            <a:ext cx="3864254" cy="448056"/>
          </a:xfrm>
          <a:prstGeom prst="roundRect">
            <a:avLst>
              <a:gd name="adj" fmla="val 408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138160" y="6131052"/>
            <a:ext cx="3739896" cy="42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recipient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channel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194560" y="141732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6" name="TextBox 105"/>
          <p:cNvSpPr txBox="1"/>
          <p:nvPr/>
        </p:nvSpPr>
        <p:spPr>
          <a:xfrm>
            <a:off x="2276856" y="14767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3113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114800" y="141732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9" name="TextBox 108"/>
          <p:cNvSpPr txBox="1"/>
          <p:nvPr/>
        </p:nvSpPr>
        <p:spPr>
          <a:xfrm>
            <a:off x="415137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197096" y="14767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263640" y="141732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2" name="TextBox 111"/>
          <p:cNvSpPr txBox="1"/>
          <p:nvPr/>
        </p:nvSpPr>
        <p:spPr>
          <a:xfrm>
            <a:off x="6345936" y="14767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021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8275320" y="141732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5" name="TextBox 114"/>
          <p:cNvSpPr txBox="1"/>
          <p:nvPr/>
        </p:nvSpPr>
        <p:spPr>
          <a:xfrm>
            <a:off x="831189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57616" y="14767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194560" y="2743200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2276856" y="280263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231136" y="25648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4754880" y="1755648"/>
            <a:ext cx="0" cy="347472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3264408" y="2103120"/>
            <a:ext cx="1490472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264408" y="2103120"/>
            <a:ext cx="0" cy="329184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3" name="TextBox 122"/>
          <p:cNvSpPr txBox="1"/>
          <p:nvPr/>
        </p:nvSpPr>
        <p:spPr>
          <a:xfrm>
            <a:off x="4581144" y="183337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28415" y="223570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194560" y="1645920"/>
            <a:ext cx="13716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2331720" y="1645920"/>
            <a:ext cx="0" cy="3575304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2331720" y="5221224"/>
            <a:ext cx="5943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76856" y="17053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34056" y="504291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3977639" y="4791456"/>
            <a:ext cx="0" cy="146304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3803904" y="486918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41648" y="47411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303520" y="3931920"/>
            <a:ext cx="22860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5532120" y="2852928"/>
            <a:ext cx="0" cy="1078992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5532120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5385816" y="399135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68696" y="267462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5303520" y="4005072"/>
            <a:ext cx="4572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5385816" y="406450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68696" y="382676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7726679" y="28529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2" name="TextBox 141"/>
          <p:cNvSpPr txBox="1"/>
          <p:nvPr/>
        </p:nvSpPr>
        <p:spPr>
          <a:xfrm>
            <a:off x="7808975" y="29123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763255" y="267462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7726679" y="4005072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5" name="TextBox 144"/>
          <p:cNvSpPr txBox="1"/>
          <p:nvPr/>
        </p:nvSpPr>
        <p:spPr>
          <a:xfrm>
            <a:off x="7808975" y="406450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763255" y="382676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5303520" y="3785615"/>
            <a:ext cx="32004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623560" y="3456432"/>
            <a:ext cx="0" cy="329183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623560" y="3456432"/>
            <a:ext cx="441655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0040112" y="2999232"/>
            <a:ext cx="0" cy="45720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10040112" y="2999232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5385816" y="3845051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957815" y="28209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5303520" y="4480560"/>
            <a:ext cx="13716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440680" y="4480560"/>
            <a:ext cx="0" cy="164592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5440680" y="4645152"/>
            <a:ext cx="459943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10040112" y="4005072"/>
            <a:ext cx="0" cy="64008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10040112" y="4005072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9" name="TextBox 158"/>
          <p:cNvSpPr txBox="1"/>
          <p:nvPr/>
        </p:nvSpPr>
        <p:spPr>
          <a:xfrm>
            <a:off x="5385816" y="4539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957815" y="382676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164592" y="6291072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164592" y="1645920"/>
            <a:ext cx="0" cy="4645152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164592" y="1645920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82296" y="61127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2296" y="14676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7432" y="3246120"/>
            <a:ext cx="146304" cy="566928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64748B"/>
                </a:solidFill>
                <a:latin typeface="Segoe UI"/>
                <a:ea typeface="Microsoft YaHei"/>
              </a:rPr>
              <a:t>弱关联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4434840" y="2697480"/>
            <a:ext cx="107899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B6AE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462272" y="2697480"/>
            <a:ext cx="1024127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64748B"/>
                </a:solidFill>
                <a:latin typeface="Segoe UI"/>
                <a:ea typeface="Microsoft YaHei"/>
              </a:rPr>
              <a:t>sync_job / query_config
子域见下页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图（下）· 同步归档 / 动态查询 / 保留销毁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17 表 + 1 跨页引用（虚线†见上页）
记号：[PK]/[FK]/[UK] · 连线 1—N 为一对多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66928"/>
            <a:ext cx="9326880" cy="237744"/>
          </a:xfrm>
          <a:prstGeom prst="roundRect">
            <a:avLst>
              <a:gd name="adj" fmla="val 23076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566928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⑤ 同步与归档（含 ⑥ 附件索引）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566928"/>
            <a:ext cx="1920240" cy="237744"/>
          </a:xfrm>
          <a:prstGeom prst="roundRect">
            <a:avLst>
              <a:gd name="adj" fmla="val 23076"/>
            </a:avLst>
          </a:prstGeom>
          <a:solidFill>
            <a:srgbClr val="F8CECC"/>
          </a:solidFill>
          <a:ln w="12700">
            <a:solidFill>
              <a:srgbClr val="D79B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38360" y="56692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⑧ 生命周期与保留 · ⑨ 销毁审批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846320"/>
            <a:ext cx="9326880" cy="237744"/>
          </a:xfrm>
          <a:prstGeom prst="roundRect">
            <a:avLst>
              <a:gd name="adj" fmla="val 23076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⑦ 动态查询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96112"/>
            <a:ext cx="2103120" cy="566928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15240">
            <a:solidFill>
              <a:srgbClr val="A9C4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5292" y="907084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" y="928115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A7A7A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292" y="1133856"/>
            <a:ext cx="2081174" cy="310896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156716"/>
            <a:ext cx="1956815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896112"/>
            <a:ext cx="219456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28492" y="907084"/>
            <a:ext cx="21726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928115"/>
            <a:ext cx="21214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28492" y="1133856"/>
            <a:ext cx="217261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156716"/>
            <a:ext cx="2048255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assignment_id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job_type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896112"/>
            <a:ext cx="1874519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88812" y="907084"/>
            <a:ext cx="18525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14416" y="928115"/>
            <a:ext cx="18013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sync_job_config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88812" y="1133856"/>
            <a:ext cx="185257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79" y="1156716"/>
            <a:ext cx="172821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cron_expr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896112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57892" y="907084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83496" y="928115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retention_policy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57892" y="1133856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1156716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period_days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23317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5292" y="23426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3637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sync_table_config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5292" y="25694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923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source_table_id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retain_years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14600" y="2331720"/>
            <a:ext cx="210312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25572" y="2342692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51176" y="2363724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attachment_index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25572" y="2569463"/>
            <a:ext cx="208117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6040" y="2592324"/>
            <a:ext cx="1956815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table·business_key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object_key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sha256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0" y="23317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65852" y="23426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91456" y="23637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sync_table_stat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65852" y="25694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46320" y="25923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source_table_id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row_count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95160" y="23317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06132" y="23426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31736" y="23637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archive_batch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06132" y="25694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86600" y="25923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batch_year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rows_out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46920" y="2331720"/>
            <a:ext cx="192024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57892" y="234269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83496" y="2363724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retention_assignment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57892" y="2569463"/>
            <a:ext cx="189829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2592324"/>
            <a:ext cx="1773936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object_type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start·due_date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514600" y="3703320"/>
            <a:ext cx="210312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525572" y="3714292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51176" y="3735324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archive_set_item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525572" y="3941063"/>
            <a:ext cx="208117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6040" y="3963924"/>
            <a:ext cx="19568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archive_set_id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original_name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blob_url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37033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765852" y="37142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91456" y="37353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archive_set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65852" y="39410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46320" y="39639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archive_batch_id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set_name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items·bytes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995160" y="370332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006132" y="371429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31736" y="373532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archive_file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006132" y="3941063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86600" y="396392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archive_batch_id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blob_url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checksum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46920" y="3703320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657892" y="371429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83496" y="3735324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legal_hold_event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657892" y="3941063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738360" y="3963924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assignment_id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reason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4320" y="5138928"/>
            <a:ext cx="2194560" cy="9784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85292" y="5149900"/>
            <a:ext cx="21726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5170932"/>
            <a:ext cx="21214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query_config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85292" y="5376672"/>
            <a:ext cx="2172614" cy="722376"/>
          </a:xfrm>
          <a:prstGeom prst="roundRect">
            <a:avLst>
              <a:gd name="adj" fmla="val 25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5399532"/>
            <a:ext cx="2048255" cy="704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base_table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017520" y="521208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028492" y="52230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54096" y="52440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query_field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028492" y="5449824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0" y="547268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column_name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is_pii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257800" y="5212080"/>
            <a:ext cx="196596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268772" y="52230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94376" y="52440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query_join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68772" y="5449824"/>
            <a:ext cx="194401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49240" y="5472684"/>
            <a:ext cx="181965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join_type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left→right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498079" y="5212080"/>
            <a:ext cx="210312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509052" y="5223052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34655" y="5244084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drill_config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509052" y="5449824"/>
            <a:ext cx="208117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589519" y="5472684"/>
            <a:ext cx="195681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schema_id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parent→child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646920" y="5138928"/>
            <a:ext cx="1920240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9657892" y="5149900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83496" y="5170932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destroy_approval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657892" y="5376672"/>
            <a:ext cx="1898294" cy="585216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38360" y="5399532"/>
            <a:ext cx="1773936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approver_id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decision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377440" y="1179576"/>
            <a:ext cx="64008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459736" y="1239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25496" y="100126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325880" y="1463040"/>
            <a:ext cx="0" cy="86868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152143" y="15407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89888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377440" y="1298448"/>
            <a:ext cx="64008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2441448" y="1298448"/>
            <a:ext cx="0" cy="1517904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441448" y="2816352"/>
            <a:ext cx="73152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10" name="TextBox 109"/>
          <p:cNvSpPr txBox="1"/>
          <p:nvPr/>
        </p:nvSpPr>
        <p:spPr>
          <a:xfrm>
            <a:off x="2459736" y="13578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322576" y="263804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164592" y="1188720"/>
            <a:ext cx="109728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164592" y="1188720"/>
            <a:ext cx="0" cy="443484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164592" y="5623560"/>
            <a:ext cx="109728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5" name="TextBox 114"/>
          <p:cNvSpPr txBox="1"/>
          <p:nvPr/>
        </p:nvSpPr>
        <p:spPr>
          <a:xfrm>
            <a:off x="82296" y="10104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" y="54452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4983480" y="1874519"/>
            <a:ext cx="0" cy="457201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4809744" y="195224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47488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5212080" y="1463040"/>
            <a:ext cx="18288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5394960" y="1463040"/>
            <a:ext cx="0" cy="64008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5394960" y="2103120"/>
            <a:ext cx="2578608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7973568" y="2103120"/>
            <a:ext cx="0" cy="22860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5294376" y="15224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037576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6" name="Connector 125"/>
          <p:cNvCxnSpPr/>
          <p:nvPr/>
        </p:nvCxnSpPr>
        <p:spPr>
          <a:xfrm flipH="1">
            <a:off x="9418320" y="2834640"/>
            <a:ext cx="22860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9418320" y="2231136"/>
            <a:ext cx="0" cy="603504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5166360" y="2231136"/>
            <a:ext cx="425196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5166360" y="1874519"/>
            <a:ext cx="0" cy="356617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9454896" y="265633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92624" y="195224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5212080" y="1042415"/>
            <a:ext cx="18288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5394960" y="841248"/>
            <a:ext cx="0" cy="201167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5394960" y="841248"/>
            <a:ext cx="649224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11887200" y="841248"/>
            <a:ext cx="0" cy="4782312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>
            <a:off x="11567160" y="5623560"/>
            <a:ext cx="320040" cy="0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5294376" y="11018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649456" y="5682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7973568" y="3172968"/>
            <a:ext cx="0" cy="530352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0" name="TextBox 139"/>
          <p:cNvSpPr txBox="1"/>
          <p:nvPr/>
        </p:nvSpPr>
        <p:spPr>
          <a:xfrm>
            <a:off x="7799831" y="32506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037576" y="35067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7132320" y="3172968"/>
            <a:ext cx="0" cy="265176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H="1">
            <a:off x="5733288" y="3438144"/>
            <a:ext cx="1399032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5733288" y="3438144"/>
            <a:ext cx="0" cy="265176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5" name="TextBox 144"/>
          <p:cNvSpPr txBox="1"/>
          <p:nvPr/>
        </p:nvSpPr>
        <p:spPr>
          <a:xfrm>
            <a:off x="6958584" y="325069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797296" y="35067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4617720" y="4123944"/>
            <a:ext cx="1371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8" name="TextBox 147"/>
          <p:cNvSpPr txBox="1"/>
          <p:nvPr/>
        </p:nvSpPr>
        <p:spPr>
          <a:xfrm>
            <a:off x="4562856" y="394563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700016" y="4183379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10607040" y="1737360"/>
            <a:ext cx="0" cy="594360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10433303" y="18150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71048" y="2135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10607040" y="3310128"/>
            <a:ext cx="0" cy="393192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4" name="TextBox 153"/>
          <p:cNvSpPr txBox="1"/>
          <p:nvPr/>
        </p:nvSpPr>
        <p:spPr>
          <a:xfrm>
            <a:off x="10433303" y="33878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671048" y="35067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2468880" y="5623560"/>
            <a:ext cx="54864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2551176" y="5682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25496" y="54452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1252728" y="6117336"/>
            <a:ext cx="0" cy="192024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1252728" y="6309360"/>
            <a:ext cx="498348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6236208" y="6053328"/>
            <a:ext cx="0" cy="25603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2" name="TextBox 161"/>
          <p:cNvSpPr txBox="1"/>
          <p:nvPr/>
        </p:nvSpPr>
        <p:spPr>
          <a:xfrm>
            <a:off x="1078992" y="619506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062472" y="61310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011680" y="6117336"/>
            <a:ext cx="0" cy="374904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2011680" y="6492240"/>
            <a:ext cx="653796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8549640" y="6053328"/>
            <a:ext cx="0" cy="438912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7" name="TextBox 166"/>
          <p:cNvSpPr txBox="1"/>
          <p:nvPr/>
        </p:nvSpPr>
        <p:spPr>
          <a:xfrm>
            <a:off x="1837944" y="619506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375903" y="61310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445752" y="2304288"/>
            <a:ext cx="164592" cy="512064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到期触发销毁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