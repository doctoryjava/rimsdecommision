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55264" y="1700784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35808" y="1984248"/>
            <a:ext cx="14630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