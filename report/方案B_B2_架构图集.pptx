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SQL Warehouse 查询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SQL Serverless 完全托管 · 空闲缩 0；代价是引擎绑定 + 需 Premium 层（NCC / 私有端点）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136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33087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1" name="Rounded Rectangle 80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231136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38344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SQL Warehouse · 读侧查询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Serverless · 零运维 · 故障自动重建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9" name="Rounded Rectangle 108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SQL Warehouse Serverless · 零集群运维 · UC 授权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