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DataX /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Airflow / ADF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DataX /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Airflow /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3774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10712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920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DataX / SeaTunnel 抽取 · NAT 固定 IP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41" name="TextBox 140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9" name="TextBox 198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Serverless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SQL Warehouse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Airflow / ADF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8" name="Rounded Rectangle 47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SQL Warehouse 查询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8" name="Rounded Rectangle 67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SQL Serverless 完全托管 · 空闲缩 0；代价是引擎绑定 + 需 Premium 层（NCC / 私有端点）</a:t>
            </a:r>
          </a:p>
        </p:txBody>
      </p:sp>
      <p:sp>
        <p:nvSpPr>
          <p:cNvPr id="100" name="Oval 99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2" name="Oval 101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6" name="Oval 105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8" name="Oval 107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136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33087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0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Airflow / ADF 编排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SQL Warehouse 直接查询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81" name="Rounded Rectangle 80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4" name="TextBox 83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231136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038344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SQL Warehouse · 读侧查询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Serverless · 零运维 · 故障自动重建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9" name="Rounded Rectangle 108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2" name="Connector 151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6" name="Connector 155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Jobs ≈¥0.4–0.8 万/月 · 读侧 Warehouse ≈¥0.5–0.9 万/月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SQL Warehouse Serverless · 零集群运维 · UC 授权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