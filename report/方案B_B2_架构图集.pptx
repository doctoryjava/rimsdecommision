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4" name="TextBox 103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3" name="TextBox 192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Databricks SQL Serverless · 与基础设施拓扑互补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5526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3580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6" name="Rounded Rectangle 55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6" name="Rounded Rectangle 65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8" name="Oval 97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0" name="Oval 99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6" name="Oval 105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3" name="Rounded Rectangle 42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8" name="Rounded Rectangle 77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1" name="Connector 130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6" name="Connector 145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1" name="Connector 150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