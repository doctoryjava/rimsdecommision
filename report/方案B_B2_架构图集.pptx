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Serverless SQL Warehouse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3774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10712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8920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6" name="Connector 105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7" name="Connector 136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41" name="TextBox 140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4" name="Connector 193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9" name="TextBox 198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Serverless SQL Warehouse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读侧 SQL Warehouse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6704" y="1764792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6704" y="19385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8" name="Rounded Rectangle 47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Serverless SQL Warehouse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8" name="Rounded Rectangle 67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Serverless SQL Warehouse 完全托管 · 空闲缩 0；代价是引擎绑定 + 需 Premium 层（NCC / PE）</a:t>
            </a:r>
          </a:p>
        </p:txBody>
      </p:sp>
      <p:sp>
        <p:nvSpPr>
          <p:cNvPr id="100" name="Oval 99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2" name="Oval 101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6" name="Oval 105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8" name="Oval 107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写读一体（Serverless）·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31136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33087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35040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6" name="Rounded Rectangle 45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SQL Warehouse 直接查询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81" name="Rounded Rectangle 80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4" name="TextBox 83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2231136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038344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9" name="Rounded Rectangle 108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2" name="Connector 151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4" name="Connector 153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6" name="Connector 155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Jobs ≈¥0.4–0.8 万/月 · 读侧 Warehouse ≈¥0.5–0.9 万/月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Serverless SQL Warehouse · 零集群运维 · UC 授权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