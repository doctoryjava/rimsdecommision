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三张架构图 + 一页数据加密设计 · 全部以 PPT 原生形状绘制，可直接编辑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163824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2644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2644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255264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52044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931920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0325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023359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28853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700016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800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4791455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56631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5468112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568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5686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2768" y="5559551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72768" y="5824727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6217920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6327648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42416"/>
            <a:ext cx="457200" cy="237744"/>
          </a:xfrm>
          <a:prstGeom prst="roundRect">
            <a:avLst>
              <a:gd name="adj" fmla="val 1923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4241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996696"/>
            <a:ext cx="31272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F172A"/>
                </a:solidFill>
                <a:latin typeface="Segoe UI"/>
                <a:ea typeface="Microsoft YaHei"/>
              </a:rPr>
              <a:t>存储层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170432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65376"/>
            <a:ext cx="457200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6537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1819656"/>
            <a:ext cx="31272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F172A"/>
                </a:solidFill>
                <a:latin typeface="Segoe UI"/>
                <a:ea typeface="Microsoft YaHei"/>
              </a:rPr>
              <a:t>传输层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1993391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24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88336"/>
            <a:ext cx="457200" cy="237744"/>
          </a:xfrm>
          <a:prstGeom prst="roundRect">
            <a:avLst>
              <a:gd name="adj" fmla="val 19230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2642615"/>
            <a:ext cx="31272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E11D48"/>
                </a:solidFill>
                <a:latin typeface="Segoe UI"/>
                <a:ea typeface="Microsoft YaHei"/>
              </a:rPr>
              <a:t>字段层 · 防 DBA / 运维内鬼（合规核心）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2816352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11296"/>
            <a:ext cx="457200" cy="237744"/>
          </a:xfrm>
          <a:prstGeom prst="roundRect">
            <a:avLst>
              <a:gd name="adj" fmla="val 1923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1129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465575"/>
            <a:ext cx="31272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F172A"/>
                </a:solidFill>
                <a:latin typeface="Segoe UI"/>
                <a:ea typeface="Microsoft YaHei"/>
              </a:rPr>
              <a:t>展示层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639311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34255"/>
            <a:ext cx="457200" cy="237744"/>
          </a:xfrm>
          <a:prstGeom prst="roundRect">
            <a:avLst>
              <a:gd name="adj" fmla="val 1923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34255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288536"/>
            <a:ext cx="31272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F172A"/>
                </a:solidFill>
                <a:latin typeface="Segoe UI"/>
                <a:ea typeface="Microsoft YaHei"/>
              </a:rPr>
              <a:t>密钥层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462272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370832" y="996696"/>
            <a:ext cx="512064" cy="201168"/>
          </a:xfrm>
          <a:prstGeom prst="roundRect">
            <a:avLst>
              <a:gd name="adj" fmla="val 18181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996696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Consolas"/>
                <a:ea typeface="Microsoft YaHei"/>
              </a:rPr>
              <a:t>STEP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969264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1152144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70832" y="1636776"/>
            <a:ext cx="512064" cy="201168"/>
          </a:xfrm>
          <a:prstGeom prst="roundRect">
            <a:avLst>
              <a:gd name="adj" fmla="val 18181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36776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Consolas"/>
                <a:ea typeface="Microsoft YaHei"/>
              </a:rPr>
              <a:t>STEP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1609344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92624" y="1792224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370832" y="2276856"/>
            <a:ext cx="512064" cy="201168"/>
          </a:xfrm>
          <a:prstGeom prst="roundRect">
            <a:avLst>
              <a:gd name="adj" fmla="val 18181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276856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Consolas"/>
                <a:ea typeface="Microsoft YaHei"/>
              </a:rPr>
              <a:t>STEP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92624" y="2249424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92624" y="2432304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70832" y="2916936"/>
            <a:ext cx="512064" cy="201168"/>
          </a:xfrm>
          <a:prstGeom prst="roundRect">
            <a:avLst>
              <a:gd name="adj" fmla="val 18181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16936"/>
            <a:ext cx="512064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Consolas"/>
                <a:ea typeface="Microsoft YaHei"/>
              </a:rPr>
              <a:t>STEP 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92624" y="2889504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92624" y="3072384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15968" y="39136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01168" y="5138928"/>
            <a:ext cx="41148" cy="786384"/>
          </a:xfrm>
          <a:prstGeom prst="roundRect">
            <a:avLst>
              <a:gd name="adj" fmla="val 4444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75504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67528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178807" y="5138928"/>
            <a:ext cx="41148" cy="786384"/>
          </a:xfrm>
          <a:prstGeom prst="roundRect">
            <a:avLst>
              <a:gd name="adj" fmla="val 44444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25112" y="5175504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25112" y="5367528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156447" y="5138928"/>
            <a:ext cx="41148" cy="786384"/>
          </a:xfrm>
          <a:prstGeom prst="roundRect">
            <a:avLst>
              <a:gd name="adj" fmla="val 44444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302751" y="5175504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02751" y="5367528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